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本报告系统复盘 A8 mini 无人机在海拔 1500m 蔬菜大棚中的起飞高度不足问题。分析表明这并非单一硬件故障，而是环境、电池内阻、算法硬限幅与地面效应四者耦合的结果。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执行摘要：问题核心不是单一电池损坏或飞控硬件故障。空气密度降低22%造成悬停油门需要0.52以上，但px4ctrl算法将油门锁死在50.56%，加上带载压降，飞机脱离地面气垫后动力不足，停滞在半空。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现场43组日志呈现强烈的规律性：使用静置电压23.5V~23.9V的旧电池，带载电压跌到22V左右，起飞高度无一例外被卡在0.06m到0.44m之间；而换装25.2V满电电池后，在相同环境下均顺利超过1.0m完成任务。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机理分析第一环：1500m海拔降低气压，加上密闭大棚的高温高湿，使得有效空气密度骤降22%。在此工况下，螺旋桨要产生同等拉力必须提高转速，实际悬停所需基准油门已由0.42自然漂移到了0.52~0.55。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机理分析第二环：现场人员常误以为电池还有75%电量，但起飞瞬间40A大电流会在内阻上形成近2V压降。无刷电机的推力与电压平方正比，电压跌落直接导致电机推力暴跌23%，这是动力不足的关键物理成因。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核心算法缺陷：px4ctrl控制器在代码中写死了0.42基准油门，且速度误差被硬截断在1.0m/s，垂直积分项为0。公式严格证明起飞极限油门绝不可能超过50.56%。而高原大棚实际悬停就需要52%~55%，形成绝对的控制死锁。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地面效应完美解释了现场的诡异现象：为什么飞机能飞起来几十厘米，却上不去1米。0~30cm内地面气垫提供了15%额外升力，让飞机推重比大于1起飞；但一旦脱离气垫，推重比跌破1.0，飞机被困在半空悬停。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081516架次近失险情警示：状态机卡死导致起飞未完成，但操作员误触任务开关后，飞机在22cm高度贴地前冲，险些卷入番茄架。这证明除了解决推力，必须建立状态机超时保护与航点闭锁门控。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四级系统性整改方案：开启精准推力模型可彻底根除电压衰减影响；调高基准油门至0.50；加入Kvi2=0.3抗饱和积分；同时重构状态机，加入5秒起飞超时保护和航点硬互锁，实现闭环安全。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复飞测试Checklist：制定了严格的四步测试规范。特别强调低压旧电池系留测试、动态电压补偿响应、5秒超时急停和RC8误触闭锁门控。四个科目必须全部通过，杜绝带病升空。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总结与路线图：通过本次分析，彻底澄清了物理机理，靶向根治了算法硬限幅缺陷，并构筑了安全保护闭环。按照四步走路线图，预计在4天内完成参数调优、台架测试与大棚实飞，全面恢复自主作业。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108000" cy="234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2000" y="792000"/>
            <a:ext cx="4320000" cy="30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8800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飞行异常深度复盘 · 动力与控制算法专题报告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188000"/>
            <a:ext cx="106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Diff-Planner A8 mini：高原大棚环境下</a:t>
            </a:r>
            <a:br/>
            <a:r>
              <a:t>起飞高度不足与电池推力根因分析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412000"/>
            <a:ext cx="106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8BDF8"/>
                </a:solidFill>
                <a:latin typeface="Calibri"/>
              </a:defRPr>
            </a:pPr>
            <a:r>
              <a:t>多物理场耦合导致的垂直动力硬截断与地面效应悬停陷阱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20000"/>
            <a:ext cx="2592000" cy="259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3420000"/>
            <a:ext cx="2592000" cy="54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3564000"/>
            <a:ext cx="2304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机载配置与重量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整机全备重量 1.694 kg</a:t>
            </a:r>
            <a:br/>
            <a:r>
              <a:t>搭载 A8 mini 三轴云台相机</a:t>
            </a:r>
            <a:br/>
            <a:r>
              <a:t>Livox 激光雷达 + 达妙 ORIN NX</a:t>
            </a:r>
            <a:br/>
            <a:r>
              <a:t>6S 动力锂电池动力系统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9600" y="3420000"/>
            <a:ext cx="2592000" cy="259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9600" y="3420000"/>
            <a:ext cx="2592000" cy="54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3600" y="3564000"/>
            <a:ext cx="2304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作业工况环境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海拔 1500m 高原低气压</a:t>
            </a:r>
            <a:br/>
            <a:r>
              <a:t>密闭番茄作物大棚 (温室效应)</a:t>
            </a:r>
            <a:br/>
            <a:r>
              <a:t>环境温度 30°C~40°C 高温高湿</a:t>
            </a:r>
            <a:br/>
            <a:r>
              <a:t>实际空气密度较海平面骤降 22%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200" y="3420000"/>
            <a:ext cx="2592000" cy="259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200" y="3420000"/>
            <a:ext cx="2592000" cy="5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3200" y="3564000"/>
            <a:ext cx="2304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  <a:latin typeface="Calibri"/>
              </a:defRPr>
            </a:pPr>
            <a:r>
              <a:t>典型故障现象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旧电池 (静置 23.8V 表面有电)</a:t>
            </a:r>
            <a:br/>
            <a:r>
              <a:t>自动起飞爬升仅 0.06m~0.44m</a:t>
            </a:r>
            <a:br/>
            <a:r>
              <a:t>卡在半空无法达到 1.0m 悬停</a:t>
            </a:r>
            <a:br/>
            <a:r>
              <a:t>换装满电新电池后顺利达标升空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8800" y="3420000"/>
            <a:ext cx="2592000" cy="2592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28800" y="3420000"/>
            <a:ext cx="2592000" cy="5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2800" y="3564000"/>
            <a:ext cx="2304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分析基线与结论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代码基线 Commit: 5998e7e</a:t>
            </a:r>
            <a:br/>
            <a:r>
              <a:t>分析日期：2026-08-17</a:t>
            </a:r>
            <a:br/>
            <a:r>
              <a:t>定性：环境+内阻+算法截断+气垫</a:t>
            </a:r>
            <a:br/>
            <a:r>
              <a:t>四重耦合构成的系统性动力死锁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EXECUTIVE SUMMARY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四重物理与算法因素耦合导致确定性控制失效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5472000" cy="511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ust_deficit_factors_17886812374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296000"/>
            <a:ext cx="5328000" cy="496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28000" y="1224000"/>
            <a:ext cx="5425200" cy="11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8000" y="1224000"/>
            <a:ext cx="72000" cy="118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0" y="1278000"/>
            <a:ext cx="5173201" cy="1072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0284C7"/>
                </a:solidFill>
                <a:latin typeface="Calibri"/>
              </a:defRPr>
            </a:pPr>
            <a:r>
              <a:t>1. 高原大棚双重气动衰减 (-22%)</a:t>
            </a:r>
          </a:p>
          <a:p>
            <a:pPr>
              <a:spcBef>
                <a:spcPts val="300"/>
              </a:spcBef>
              <a:defRPr sz="1350">
                <a:solidFill>
                  <a:srgbClr val="1E293B"/>
                </a:solidFill>
                <a:latin typeface="Calibri"/>
              </a:defRPr>
            </a:pPr>
            <a:r>
              <a:t>1500m 海拔气压下降 16.6% + 大棚 35℃ 高温高湿温室效应，有效空气密度降至 0.955 kg/m³，悬停基准油门自 0.42 飘移到 0.52~0.55。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2534399"/>
            <a:ext cx="5425200" cy="11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8000" y="2534399"/>
            <a:ext cx="72000" cy="118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2588399"/>
            <a:ext cx="5173201" cy="1072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F97316"/>
                </a:solidFill>
                <a:latin typeface="Calibri"/>
              </a:defRPr>
            </a:pPr>
            <a:r>
              <a:t>2. 电池内阻大电流带载压降 (-23% 推力)</a:t>
            </a:r>
          </a:p>
          <a:p>
            <a:pPr>
              <a:spcBef>
                <a:spcPts val="300"/>
              </a:spcBef>
              <a:defRPr sz="1350">
                <a:solidFill>
                  <a:srgbClr val="1E293B"/>
                </a:solidFill>
                <a:latin typeface="Calibri"/>
              </a:defRPr>
            </a:pPr>
            <a:r>
              <a:t>旧电池表面静置 23.8V，起飞瞬间 40A 大电流导致内阻压降，带载端电压跌至 22.0V；无刷电机推力与电压平方正比 (T ∝ V²)，推力暴跌 23%。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8000" y="3844800"/>
            <a:ext cx="5425200" cy="11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8000" y="3844800"/>
            <a:ext cx="72000" cy="118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000" y="3898800"/>
            <a:ext cx="5173201" cy="1072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EF4444"/>
                </a:solidFill>
                <a:latin typeface="Calibri"/>
              </a:defRPr>
            </a:pPr>
            <a:r>
              <a:t>3. px4ctrl 控制器算法硬限幅 (锁死 50.56%)</a:t>
            </a:r>
          </a:p>
          <a:p>
            <a:pPr>
              <a:spcBef>
                <a:spcPts val="300"/>
              </a:spcBef>
              <a:defRPr sz="1350">
                <a:solidFill>
                  <a:srgbClr val="1E293B"/>
                </a:solidFill>
                <a:latin typeface="Calibri"/>
              </a:defRPr>
            </a:pPr>
            <a:r>
              <a:t>精准推力模型关闭，垂直速度误差限幅 1.0 m/s，且零垂直积分项 (Kvi2=0)，控制器能输出的极限起飞油门被死死锁死在 50.56%，低于实际悬停需求。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5155199"/>
            <a:ext cx="5425200" cy="11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8000" y="5155199"/>
            <a:ext cx="72000" cy="118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2000" y="5209199"/>
            <a:ext cx="5173201" cy="1072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Calibri"/>
              </a:defRPr>
            </a:pPr>
            <a:r>
              <a:t>4. 地面效应气垫导致的悬停断崖陷阱</a:t>
            </a:r>
          </a:p>
          <a:p>
            <a:pPr>
              <a:spcBef>
                <a:spcPts val="300"/>
              </a:spcBef>
              <a:defRPr sz="1350">
                <a:solidFill>
                  <a:srgbClr val="1E293B"/>
                </a:solidFill>
                <a:latin typeface="Calibri"/>
              </a:defRPr>
            </a:pPr>
            <a:r>
              <a:t>离地 0~30cm 地面效应提供 +15% 气垫增益，推重比 &gt;1.0g 离地起跳；脱离气垫后推力跌破 1.0g 爬升停滞，形成卡在 0.1m~0.44m 的平衡死锁。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FIELD BENCHMARK DATA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实飞数据复盘：旧电池起飞受阻与换电达标对比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188000"/>
            <a:ext cx="259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206000"/>
            <a:ext cx="2448000" cy="917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300" b="1">
                <a:solidFill>
                  <a:srgbClr val="EF4444"/>
                </a:solidFill>
                <a:latin typeface="Georgia"/>
              </a:defRPr>
            </a:pPr>
            <a:r>
              <a:t>0.06m ~ 0.44m</a:t>
            </a:r>
          </a:p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旧电池最高爬升高度</a:t>
            </a:r>
          </a:p>
          <a:p>
            <a:pPr algn="ctr">
              <a:defRPr sz="1150">
                <a:solidFill>
                  <a:srgbClr val="64748B"/>
                </a:solidFill>
                <a:latin typeface="Calibri"/>
              </a:defRPr>
            </a:pPr>
            <a:r>
              <a:t>目标 1.0m 严重不达标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9600" y="1188000"/>
            <a:ext cx="259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1600" y="1206000"/>
            <a:ext cx="2448000" cy="917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300" b="1">
                <a:solidFill>
                  <a:srgbClr val="F97316"/>
                </a:solidFill>
                <a:latin typeface="Georgia"/>
              </a:defRPr>
            </a:pPr>
            <a:r>
              <a:t>22.05 V</a:t>
            </a:r>
          </a:p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40A 带载瞬态最低电压</a:t>
            </a:r>
          </a:p>
          <a:p>
            <a:pPr algn="ctr">
              <a:defRPr sz="1150">
                <a:solidFill>
                  <a:srgbClr val="64748B"/>
                </a:solidFill>
                <a:latin typeface="Calibri"/>
              </a:defRPr>
            </a:pPr>
            <a:r>
              <a:t>静置 23.8V 表面有电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200" y="1188000"/>
            <a:ext cx="259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1200" y="1206000"/>
            <a:ext cx="2448000" cy="917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300" b="1">
                <a:solidFill>
                  <a:srgbClr val="EF4444"/>
                </a:solidFill>
                <a:latin typeface="Georgia"/>
              </a:defRPr>
            </a:pPr>
            <a:r>
              <a:t>50.56 %</a:t>
            </a:r>
          </a:p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控制器输出极限油门封顶</a:t>
            </a:r>
          </a:p>
          <a:p>
            <a:pPr algn="ctr">
              <a:defRPr sz="1150">
                <a:solidFill>
                  <a:srgbClr val="64748B"/>
                </a:solidFill>
                <a:latin typeface="Calibri"/>
              </a:defRPr>
            </a:pPr>
            <a:r>
              <a:t>低于高原悬停需 55%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8800" y="1188000"/>
            <a:ext cx="259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0800" y="1206000"/>
            <a:ext cx="2448000" cy="917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300" b="1">
                <a:solidFill>
                  <a:srgbClr val="10B981"/>
                </a:solidFill>
                <a:latin typeface="Georgia"/>
              </a:defRPr>
            </a:pPr>
            <a:r>
              <a:t>1.12 m (达标)</a:t>
            </a:r>
          </a:p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更换 25.2V 满电新电池</a:t>
            </a:r>
          </a:p>
          <a:p>
            <a:pPr algn="ctr">
              <a:defRPr sz="1150">
                <a:solidFill>
                  <a:srgbClr val="64748B"/>
                </a:solidFill>
                <a:latin typeface="Calibri"/>
              </a:defRPr>
            </a:pPr>
            <a:r>
              <a:t>推力+25%，全航点通过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2304000"/>
          <a:ext cx="111132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1728000"/>
                <a:gridCol w="1728000"/>
                <a:gridCol w="1728000"/>
                <a:gridCol w="4777200"/>
              </a:tblGrid>
              <a:tr h="591428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日志目录</a:t>
                      </a:r>
                    </a:p>
                  </a:txBody>
                  <a:tcPr anchor="ctr" marT="38100" marB="381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初始静置电压 (表显)</a:t>
                      </a:r>
                    </a:p>
                  </a:txBody>
                  <a:tcPr anchor="ctr" marT="38100" marB="381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起飞带载实测电压</a:t>
                      </a:r>
                    </a:p>
                  </a:txBody>
                  <a:tcPr anchor="ctr" marT="38100" marB="381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最高爬升高度</a:t>
                      </a:r>
                    </a:p>
                  </a:txBody>
                  <a:tcPr anchor="ctr" marT="38100" marB="381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最终状态与飞行行为复盘</a:t>
                      </a:r>
                    </a:p>
                  </a:txBody>
                  <a:tcPr anchor="ctr" marT="38100" marB="38100" marL="76200" marR="76200">
                    <a:solidFill>
                      <a:srgbClr val="0F172A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080537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24.73 V (89%)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23.90 V (79%)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0.06 m (6 cm)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起飞推力不足仅轻微晃动，无法抬升，3 秒后切 AUTO_LAND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081303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23.90 V (79%)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22.28 V (57%)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0.37 m (37 cm)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爬升到 37cm 停滞，无法达到 1.0m 门限，操作员手动介入 LAND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081516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23.53 V (73%)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22.05 V (54%)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0.22 m (22 cm)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【重大险情】高度卡在 22cm，任务误启动贴番茄植株水平前冲后急停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081618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23.90 V (79%)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22.30 V (58%)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0.44 m (44 cm)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悬停卡在 44cm，无法进入 AUTO_HOVER，随后被迫 disarm 落地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082021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25.20 V (100%)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21.30 V (任务末期)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1.12 m (达标)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【换全新电池】顺利冲破 1.0m 进入 AUTO_HOVER，完整巡检 9 个航点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914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082952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24.60 V (91%)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22.35 V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1.09 m (达标)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【换新电验证】正常起飞冲破 1.0m 门限，巡检航点与云台回传完全正常</a:t>
                      </a:r>
                    </a:p>
                  </a:txBody>
                  <a:tcPr anchor="ctr" marT="38100" marB="38100" marL="76200" marR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AERODYNAMIC DECAY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海拔 1500 米与温室效应引发有效空气密度骤降 22%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5220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eenhouse_drone_field_1788681180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296000"/>
            <a:ext cx="5076000" cy="507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0000" y="1224000"/>
            <a:ext cx="57132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0000" y="1224000"/>
            <a:ext cx="72000" cy="162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0" y="1296000"/>
            <a:ext cx="5425200" cy="147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1. 高原 1500m 大气压衰减模型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ICAO 标准大气模型：气压随海拔高度呈指数规律衰减</a:t>
            </a:r>
            <a:br/>
            <a:r>
              <a:t>• 海平面标准气压：P₀ = 101.325 kPa</a:t>
            </a:r>
            <a:br/>
            <a:r>
              <a:t>• 1500m 海拔气压：P(1500) ≈ 84.55 kPa（较海平面基准下降 16.55%）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000" y="3024000"/>
            <a:ext cx="57132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0000" y="3024000"/>
            <a:ext cx="72000" cy="16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0" y="3096000"/>
            <a:ext cx="5425200" cy="147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F97316"/>
                </a:solidFill>
                <a:latin typeface="Calibri"/>
              </a:defRPr>
            </a:pPr>
            <a:r>
              <a:t>2. 大棚温室效应诱发二次密度骤降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塑料薄膜蓄热封闭，晴天棚内平均气温高达 30°C ~ 40°C (308K)</a:t>
            </a:r>
            <a:br/>
            <a:r>
              <a:t>• 番茄蒸腾导致相对湿度达 85%（水蒸气摩尔质量更小，湿空气更轻）</a:t>
            </a:r>
            <a:br/>
            <a:r>
              <a:t>• 状态方程计算有效密度：由海平面 1.225 骤跌至 0.955 kg/m³</a:t>
            </a:r>
            <a:br/>
            <a:r>
              <a:t>• 综合有效空气密度较海平面标定工况硬性缩水 22.04%！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0000" y="4824000"/>
            <a:ext cx="57132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0000" y="4824000"/>
            <a:ext cx="72000" cy="162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0" y="4896000"/>
            <a:ext cx="5425200" cy="147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EF4444"/>
                </a:solidFill>
                <a:latin typeface="Calibri"/>
              </a:defRPr>
            </a:pPr>
            <a:r>
              <a:t>3. 旋翼拉力衰减与悬停基准油门漂移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动量叶素拉力公式：T = C_T · ρ · A · (Ω · R)²</a:t>
            </a:r>
            <a:br/>
            <a:r>
              <a:t>• 密度下降 22%，维持 16.62N 机重浮力需电机转速提高 13.5%</a:t>
            </a:r>
            <a:br/>
            <a:r>
              <a:t>• 悬停功率增加 18%：P_hov = T^(1.5) / √(2ρA)</a:t>
            </a:r>
            <a:br/>
            <a:r>
              <a:t>• 飞控基准悬停油门从海平面 0.42 漂移至高原大棚需 0.52 ~ 0.55！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BATTERY &amp; POWERTRAIN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大电流内阻压降诱发电机极限推力非线性暴跌 23%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3528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224000"/>
            <a:ext cx="3528000" cy="64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332000"/>
            <a:ext cx="3240000" cy="5004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F97316"/>
                </a:solidFill>
                <a:latin typeface="Calibri"/>
              </a:defRPr>
            </a:pPr>
            <a:r>
              <a:t>1. “表面有电”与带载压降假象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静置开路电压误区：</a:t>
            </a:r>
            <a:br/>
            <a:r>
              <a:t>  6S 锂电使用 30% 后静置 23.5V~23.9V (单节 3.95V)</a:t>
            </a:r>
            <a:br/>
            <a:r>
              <a:t>  飞控表显仍有 70%~75%，产生充裕假象</a:t>
            </a:r>
            <a:br/>
            <a:br/>
            <a:r>
              <a:t>• 瞬态内阻压降模型：</a:t>
            </a:r>
            <a:br/>
            <a:r>
              <a:t>  起飞瞬态总电流飙升至 35A ~ 50A</a:t>
            </a:r>
            <a:br/>
            <a:r>
              <a:t>  旧电池内阻恶化至 R_int ≈ 40 mΩ</a:t>
            </a:r>
            <a:br/>
            <a:r>
              <a:t>  瞬态压降 ΔV = I·R = 40A × 0.04Ω = 1.6V ~ 1.9V</a:t>
            </a:r>
            <a:br/>
            <a:br/>
            <a:r>
              <a:t>• 真实端电压暴跌：</a:t>
            </a:r>
            <a:br/>
            <a:r>
              <a:t>  起飞母线电压被硬生生拉低至 22.0V ~ 22.3V</a:t>
            </a:r>
            <a:br/>
            <a:r>
              <a:t>  单节跌破 3.68V，动力源严重塌陷！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0800" y="1224000"/>
            <a:ext cx="3528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0800" y="1224000"/>
            <a:ext cx="3528000" cy="6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4800" y="1332000"/>
            <a:ext cx="3240000" cy="5004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EF4444"/>
                </a:solidFill>
                <a:latin typeface="Calibri"/>
              </a:defRPr>
            </a:pPr>
            <a:r>
              <a:t>2. 电机推力二次方非线性衰减定律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BLDC 无刷电机反电动势规律：</a:t>
            </a:r>
            <a:br/>
            <a:r>
              <a:t>  转速受母线电压线性制约：Ω_max = Kv · V_load</a:t>
            </a:r>
            <a:br/>
            <a:br/>
            <a:r>
              <a:t>• 螺旋桨推力二次方非线性定律：</a:t>
            </a:r>
            <a:br/>
            <a:r>
              <a:t>  输出拉力 T_max ∝ (Ω_max)² ∝ (V_load)²</a:t>
            </a:r>
            <a:br/>
            <a:r>
              <a:t>  输出推力对母线工作电压呈现二次方强敏感！</a:t>
            </a:r>
            <a:br/>
            <a:br/>
            <a:r>
              <a:t>• 定量推力缩水核算：</a:t>
            </a:r>
            <a:br/>
            <a:r>
              <a:t>  满电带载 24.50V 为基准 (100%)</a:t>
            </a:r>
            <a:br/>
            <a:r>
              <a:t>  半电带载 22.10V：(22.1/24.5)² = 81.3% (衰减 18.7%)</a:t>
            </a:r>
            <a:br/>
            <a:r>
              <a:t>  低压带载 21.50V：(21.5/24.5)² = 77.0% (衰减 23.0%)！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600" y="1224000"/>
            <a:ext cx="3528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1600" y="1224000"/>
            <a:ext cx="3528000" cy="6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5600" y="1332000"/>
            <a:ext cx="3240000" cy="5004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3. 工程启示与动力底线核算</a:t>
            </a:r>
          </a:p>
          <a:p>
            <a:pPr>
              <a:spcBef>
                <a:spcPts val="5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静态电压不可信：</a:t>
            </a:r>
            <a:br/>
            <a:r>
              <a:t>  静态读数仅反映开路化学势，无法预警重载压降</a:t>
            </a:r>
            <a:br/>
            <a:br/>
            <a:r>
              <a:t>• 高温加剧内阻劣化：</a:t>
            </a:r>
            <a:br/>
            <a:r>
              <a:t>  大棚 35℃~40℃ 加剧电芯温升，内阻增大约 15%</a:t>
            </a:r>
            <a:br/>
            <a:br/>
            <a:r>
              <a:t>• 推重比极限压缩：</a:t>
            </a:r>
            <a:br/>
            <a:r>
              <a:t>  整机 1.694 kg，正常设计推重比约 1.8g</a:t>
            </a:r>
            <a:br/>
            <a:r>
              <a:t>  双重衰减下全油门极限推重比跌至 1.15g~1.20g</a:t>
            </a:r>
            <a:br/>
            <a:r>
              <a:t>  动力余量极度匮乏，垂直升力底线被击穿！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ALGORITHM DEFECT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px4ctrl 控制器算法硬截断将起飞油门死锁在 50.56%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5400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332000"/>
            <a:ext cx="5112000" cy="49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850" b="1">
                <a:solidFill>
                  <a:srgbClr val="0F172A"/>
                </a:solidFill>
                <a:latin typeface="Calibri"/>
              </a:defRPr>
            </a:pPr>
            <a:r>
              <a:t>源码定位：px4ctrl 控制器三大致命缺陷</a:t>
            </a:r>
          </a:p>
          <a:p>
            <a:pPr>
              <a:spcBef>
                <a:spcPts val="8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缺陷一：参数配置禁用电压补偿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在 ctrl_param_fpv.yaml 中：</a:t>
            </a:r>
            <a:br/>
            <a:r>
              <a:t>accurate_thrust_model: false   # 关闭电压前馈模型！</a:t>
            </a:r>
            <a:br/>
            <a:r>
              <a:t>hover_percentage: 0.42         # 海平面基准油门写死 0.42</a:t>
            </a:r>
            <a:br/>
            <a:r>
              <a:t>导致算法执行简化的线性推力映射，对低电压完全失明。</a:t>
            </a:r>
          </a:p>
          <a:p>
            <a:pPr>
              <a:spcBef>
                <a:spcPts val="8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缺陷二：垂直速度误差硬饱和截断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在 controller.cpp:755-760 的核心 PID 计算中：</a:t>
            </a:r>
            <a:br/>
            <a:r>
              <a:t>z_vel_error = max(min(des_v + Kp*pos_err - odom_v, 1.0), -1.0);</a:t>
            </a:r>
            <a:br/>
            <a:r>
              <a:t>速度误差被死死限制在 ≤ 1.0 m/s，直接锁死 Z 轴最大反馈加速度：</a:t>
            </a:r>
            <a:br/>
            <a:r>
              <a:t>a_err_z_max = Kv2 × 1.0 = 2.0 × 1.0 = 2.0 m/s²！</a:t>
            </a:r>
          </a:p>
          <a:p>
            <a:pPr>
              <a:spcBef>
                <a:spcPts val="8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缺陷三：垂直积分增益为零 (无 I 项)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参数中 gain.Kvi2 = 0.0 (零积分增益)。</a:t>
            </a:r>
            <a:br/>
            <a:r>
              <a:t>即使无人机高度长时间停滞在 0.2m 无法突破，控制器也绝对不会随时间累加积分来提升油门输出！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1224000"/>
            <a:ext cx="54612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000" y="1332000"/>
            <a:ext cx="5173200" cy="49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850" b="1">
                <a:solidFill>
                  <a:srgbClr val="0F172A"/>
                </a:solidFill>
                <a:latin typeface="Calibri"/>
              </a:defRPr>
            </a:pPr>
            <a:r>
              <a:t>起飞极限油门数学推导与死锁证明</a:t>
            </a:r>
          </a:p>
          <a:p>
            <a:pPr>
              <a:spcBef>
                <a:spcPts val="800"/>
              </a:spcBef>
              <a:defRPr sz="1450" b="1">
                <a:solidFill>
                  <a:srgbClr val="0284C7"/>
                </a:solidFill>
                <a:latin typeface="Calibri"/>
              </a:defRPr>
            </a:pPr>
            <a:r>
              <a:t>步骤 1：垂直期望总加速度计算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起飞阶段前馈加速度 a_ref,z = 0，重力补偿 -gz = 9.81 m/s²：</a:t>
            </a:r>
            <a:br/>
            <a:r>
              <a:t>a_total,z_max = a_err,z_max + a_ref,z - gz</a:t>
            </a:r>
            <a:br/>
            <a:r>
              <a:t>              = 2.0 + 0 + 9.81 = 11.81 m/s²</a:t>
            </a:r>
          </a:p>
          <a:p>
            <a:pPr>
              <a:spcBef>
                <a:spcPts val="800"/>
              </a:spcBef>
              <a:defRPr sz="1450" b="1">
                <a:solidFill>
                  <a:srgbClr val="0284C7"/>
                </a:solidFill>
                <a:latin typeface="Calibri"/>
              </a:defRPr>
            </a:pPr>
            <a:r>
              <a:t>步骤 2：控制器归一化油门线性映射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因 accurate_thrust_model 为 false，推力映射公式为：</a:t>
            </a:r>
            <a:br/>
            <a:r>
              <a:t>u = a_total,z / thr2acc = hover_percentage × (a_total,z / 9.81)</a:t>
            </a:r>
            <a:br/>
            <a:r>
              <a:t>代入硬编码参数计算输出上限：</a:t>
            </a:r>
            <a:br/>
            <a:r>
              <a:t>u_max = 0.42 × (11.81 / 9.81) = 0.42 × 1.2039 ≈ 50.56%！</a:t>
            </a:r>
          </a:p>
          <a:p>
            <a:pPr>
              <a:spcBef>
                <a:spcPts val="8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【致命死锁结论】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无论高度差多大、无论爬升多吃力，起飞油门被锁死在 50.56%！</a:t>
            </a:r>
            <a:br/>
            <a:r>
              <a:t>• 而高原大棚工况下维持基本悬停就需要 52% ~ 55%！</a:t>
            </a:r>
            <a:br/>
            <a:r>
              <a:t>• 输出油门 50.56% &lt; 实际悬停需 52%，空中净推力必然小于重力，飞机在脱离地面气垫后注定停滞！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GROUND EFFECT TRAP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地面效应气垫提供 15% 虚假增益导致半空悬停陷阱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5472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ound_effect_diagram_17886811999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296000"/>
            <a:ext cx="5328000" cy="507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28000" y="1224000"/>
            <a:ext cx="54252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8000" y="1224000"/>
            <a:ext cx="72000" cy="252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0" y="1296000"/>
            <a:ext cx="5137200" cy="237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0284C7"/>
                </a:solidFill>
                <a:latin typeface="Calibri"/>
              </a:defRPr>
            </a:pPr>
            <a:r>
              <a:t>地面效应区 (IGE, 0 ~ 30cm)：气垫托举起跳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Cheeseman &amp; Bennett 经典地面效应模型：</a:t>
            </a:r>
            <a:br/>
            <a:r>
              <a:t>  T_IGE / T_OGE = 1 / [1 - (R / 4z)²]</a:t>
            </a:r>
            <a:br/>
            <a:r>
              <a:t>• 贴地飞行时（z = 0.05m~0.2m，旋翼半径 R ≈ 0.1m）：</a:t>
            </a:r>
            <a:br/>
            <a:r>
              <a:t>  下洗气流受地面阻滞形成高压气垫，提供 10%~15% 额外升力</a:t>
            </a:r>
            <a:br/>
            <a:r>
              <a:t>• 动力假象：</a:t>
            </a:r>
            <a:br/>
            <a:r>
              <a:t>  在 50.56% 受限油门下推重比达 1.05g &gt; 1.0g，机体离地起跳！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3924000"/>
            <a:ext cx="54252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8000" y="3924000"/>
            <a:ext cx="72000" cy="252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3996000"/>
            <a:ext cx="5137200" cy="2376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EF4444"/>
                </a:solidFill>
                <a:latin typeface="Calibri"/>
              </a:defRPr>
            </a:pPr>
            <a:r>
              <a:t>脱离地面效应 (OGE, &gt; 30cm)：动力断崖坠停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气垫升力脱离归零：</a:t>
            </a:r>
            <a:br/>
            <a:r>
              <a:t>  高度爬升至 z ≥ 0.3m~0.4m 时，地面气垫增益迅速归零</a:t>
            </a:r>
            <a:br/>
            <a:r>
              <a:t>• 动力断崖跌落：</a:t>
            </a:r>
            <a:br/>
            <a:r>
              <a:t>  在 50.56% 封顶油门与 22V 低压下，推重比跌回 0.93g~0.96g &lt; 1.0g</a:t>
            </a:r>
            <a:br/>
            <a:r>
              <a:t>• 虚假平衡死锁：</a:t>
            </a:r>
            <a:br/>
            <a:r>
              <a:t>  垂直加速度变负，在 0.1m~0.44m 形成‘半空悬停陷阱’</a:t>
            </a:r>
            <a:br/>
            <a:r>
              <a:t>• 新电达标机理：</a:t>
            </a:r>
            <a:br/>
            <a:r>
              <a:t>  换新电推力+25%，轻松冲破气垫直达 1.0m！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FLIGHT SAFETY INCIDENT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日志 081516 险情复盘：状态机卡死与超低空误推进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188000"/>
            <a:ext cx="11113200" cy="864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206000"/>
            <a:ext cx="10897200" cy="827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EF4444"/>
                </a:solidFill>
                <a:latin typeface="Calibri"/>
              </a:defRPr>
            </a:pPr>
            <a:r>
              <a:t>【重大安全险情记录】2026-08-17 08:15:16 架次：超低空误启动航点巡检近失事故</a:t>
            </a:r>
          </a:p>
          <a:p>
            <a:pPr>
              <a:spcBef>
                <a:spcPts val="3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现象：无人机起飞仅离地 0.22m 停滞，由于任务层缺乏起飞完成互锁门控，操作员拨动遥控器后，机体在番茄植株间贴地高速平移推进，险些与高杆作物支架发生毁灭性碰撞！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160000"/>
            <a:ext cx="5400000" cy="42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2268000"/>
            <a:ext cx="5112000" cy="40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飞控状态机逻辑死锁链路</a:t>
            </a:r>
          </a:p>
          <a:p>
            <a:pPr>
              <a:spcBef>
                <a:spcPts val="700"/>
              </a:spcBef>
              <a:defRPr sz="1450" b="1">
                <a:solidFill>
                  <a:srgbClr val="F97316"/>
                </a:solidFill>
                <a:latin typeface="Calibri"/>
              </a:defRPr>
            </a:pPr>
            <a:r>
              <a:t>1. 悬停判断门槛设定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PX4CtrlFSM.cpp:229 规定：</a:t>
            </a:r>
            <a:br/>
            <a:r>
              <a:t>odom.p(2) &gt;= start_pose.p(2) + takeoff_height (1.0m)</a:t>
            </a:r>
            <a:br/>
            <a:r>
              <a:t>只有垂直高度切实达到 1.0m 才会由 AUTO_TAKEOFF 转入 AUTO_HOVER。</a:t>
            </a:r>
          </a:p>
          <a:p>
            <a:pPr>
              <a:spcBef>
                <a:spcPts val="700"/>
              </a:spcBef>
              <a:defRPr sz="1450" b="1">
                <a:solidFill>
                  <a:srgbClr val="F97316"/>
                </a:solidFill>
                <a:latin typeface="Calibri"/>
              </a:defRPr>
            </a:pPr>
            <a:r>
              <a:t>2. 高度停滞导致状态机挂起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因动力受限，实际爬升停滞在 0.22m，永远无法达成 ≥ 1.0m 条件，飞控状态机一直死锁在起飞态。</a:t>
            </a:r>
          </a:p>
          <a:p>
            <a:pPr>
              <a:spcBef>
                <a:spcPts val="700"/>
              </a:spcBef>
              <a:defRPr sz="1450" b="1">
                <a:solidFill>
                  <a:srgbClr val="F97316"/>
                </a:solidFill>
                <a:latin typeface="Calibri"/>
              </a:defRPr>
            </a:pPr>
            <a:r>
              <a:t>3. 核心门控缺失漏洞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任务规划节点（multipointplan）仅监听遥控器 RC8 开关，没有强校验飞控是否已进入 AUTO_HOVER。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3200" y="2160000"/>
            <a:ext cx="5400000" cy="42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200" y="2268000"/>
            <a:ext cx="5112000" cy="4068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险情发展序列与安全整改闭环</a:t>
            </a:r>
          </a:p>
          <a:p>
            <a:pPr>
              <a:spcBef>
                <a:spcPts val="7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危险序列发生过程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08:15:20：操作员误判飞机已离地稳定，将 RC8 拨至 UP 启动任务</a:t>
            </a:r>
            <a:br/>
            <a:r>
              <a:t>• 08:15:21：轨迹服务器直接发布 (3.0, 0.0, 1.0) 水平速度指令</a:t>
            </a:r>
            <a:br/>
            <a:r>
              <a:t>• 08:15:23：飞机在仅 22cm 高度强行向前冲，直奔大棚番茄支架</a:t>
            </a:r>
            <a:br/>
            <a:r>
              <a:t>• 08:15:25：操作员发现异常紧急拨动切回 MANUAL 急停落地</a:t>
            </a:r>
          </a:p>
          <a:p>
            <a:pPr>
              <a:spcBef>
                <a:spcPts val="700"/>
              </a:spcBef>
              <a:defRPr sz="1450" b="1">
                <a:solidFill>
                  <a:srgbClr val="EF4444"/>
                </a:solidFill>
                <a:latin typeface="Calibri"/>
              </a:defRPr>
            </a:pPr>
            <a:r>
              <a:t>严峻工程警示</a:t>
            </a:r>
          </a:p>
          <a:p>
            <a:pPr>
              <a:spcBef>
                <a:spcPts val="200"/>
              </a:spcBef>
              <a:defRPr sz="1250">
                <a:solidFill>
                  <a:srgbClr val="1E293B"/>
                </a:solidFill>
                <a:latin typeface="Calibri"/>
              </a:defRPr>
            </a:pPr>
            <a:r>
              <a:t>• 动力不足不仅是起不来飞，更会诱发次生飞控状态机逻辑混乱</a:t>
            </a:r>
            <a:br/>
            <a:r>
              <a:t>• 严禁在未进入稳定悬停前允许任何航点指令发布</a:t>
            </a:r>
            <a:br/>
            <a:r>
              <a:t>• 必须在飞控底层与规划层建立软硬件硬互锁机制！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SYSTEM RESOLUTION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软硬件协同的四级系统性整改与动力解锁方案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24000"/>
            <a:ext cx="5472000" cy="52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lution_architecture_17886812566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296000"/>
            <a:ext cx="5328000" cy="507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28000" y="1224000"/>
            <a:ext cx="54252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8000" y="1224000"/>
            <a:ext cx="72000" cy="122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0" y="1267200"/>
            <a:ext cx="5173201" cy="1137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Calibri"/>
              </a:defRPr>
            </a:pPr>
            <a:r>
              <a:t>方案一：开启动态电压前馈补偿（根本解决）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修改 ctrl_param_fpv.yaml：设置 accurate_thrust_model: true。</a:t>
            </a:r>
            <a:br/>
            <a:r>
              <a:t>实时求解多项式方程：F = K₁·V^K₂·(K₃u² + (1-K₃)u)。</a:t>
            </a:r>
            <a:br/>
            <a:r>
              <a:t>母线电压降至 22V 时自适应将前馈油门补偿至 60%~65%。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2556000"/>
            <a:ext cx="54252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8000" y="2556000"/>
            <a:ext cx="72000" cy="1224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2599200"/>
            <a:ext cx="5173201" cy="1137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方案二：调高高原大棚环境基准悬停油门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若继续使用近似推力模型，将海平面默认 0.42 改为适配高原工况：</a:t>
            </a:r>
            <a:br/>
            <a:r>
              <a:t>设置 hover_percentage: 0.50，起飞极限油门提升至 60.2%，提供充足垂直爬升动力余量。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8000" y="3887999"/>
            <a:ext cx="54252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8000" y="3887999"/>
            <a:ext cx="72000" cy="12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000" y="3931199"/>
            <a:ext cx="5173201" cy="1137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方案三：优化垂直 PID 增益与放宽限幅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引入微弱垂直积分：gain.Kvi2 = 0.3，长滞留自动顶高油门</a:t>
            </a:r>
            <a:br/>
            <a:r>
              <a:t>• 放宽速度误差限幅：将起飞 z_vel_error 放宽至 2.0 m/s，瞬态提供最大 1.4g 脱困加速度。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5220000"/>
            <a:ext cx="54252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8000" y="5220000"/>
            <a:ext cx="72000" cy="1224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2000" y="5263200"/>
            <a:ext cx="5173201" cy="1137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Calibri"/>
              </a:defRPr>
            </a:pPr>
            <a:r>
              <a:t>方案四：重构起飞状态机超时与安全互锁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5 秒超时保护：AUTO_TAKEOFF 超 5.0 秒未达 0.7m 自动转 AUTO_LAND</a:t>
            </a:r>
            <a:br/>
            <a:r>
              <a:t>• 任务发布硬互锁：未达 AUTO_HOVER 彻底屏蔽航点指令发布，杜绝超低空盲目平移！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0284C7"/>
                </a:solidFill>
                <a:latin typeface="Calibri"/>
              </a:defRPr>
            </a:pPr>
            <a:r>
              <a:t>[ FLIGHT TEST PROTOCOL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高原大棚环境复飞安全验收清单与四步测试法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224000"/>
          <a:ext cx="11113200" cy="5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1800000"/>
                <a:gridCol w="2880000"/>
                <a:gridCol w="3121200"/>
                <a:gridCol w="2520000"/>
              </a:tblGrid>
              <a:tr h="1044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阶段</a:t>
                      </a:r>
                    </a:p>
                  </a:txBody>
                  <a:tcPr anchor="ctr" marT="50800" marB="508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验收测试科目</a:t>
                      </a:r>
                    </a:p>
                  </a:txBody>
                  <a:tcPr anchor="ctr" marT="50800" marB="508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测试操作与故障注入方法</a:t>
                      </a:r>
                    </a:p>
                  </a:txBody>
                  <a:tcPr anchor="ctr" marT="50800" marB="508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合格量化判定标准</a:t>
                      </a:r>
                    </a:p>
                  </a:txBody>
                  <a:tcPr anchor="ctr" marT="50800" marB="50800" marL="76200" marR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一票否决红线</a:t>
                      </a:r>
                    </a:p>
                  </a:txBody>
                  <a:tcPr anchor="ctr" marT="50800" marB="50800" marL="76200" marR="76200">
                    <a:solidFill>
                      <a:srgbClr val="0F172A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低压起飞台架测试</a:t>
                      </a:r>
                    </a:p>
                    <a:p>
                      <a:r>
                        <a:t>(系安全防飞绳)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使用静置电压 23.5V (70% 虚电) 旧电池，在地面系留绳保护下执行自动起飞指令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3.0 秒内果断爬升至 1.0m 并稳定切入 AUTO_HOVER，高度超调量 &lt; 0.15m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爬升停滞在 0.5m 以下或机身剧烈晃动判定不合格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电压补偿动态响应</a:t>
                      </a:r>
                    </a:p>
                    <a:p>
                      <a:r>
                        <a:t>(实时数据流)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地面监测 /mavros/battery 与 px4ctrl 输出归一化油门话题，模拟或实测电压下降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母线电压由 25V 跌落至 22V 过程中，控制器自适应有序提升输出油门至 58%~63%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母线电压下降而输出油门锁死在 50% 恒定不变即否决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起飞超时保护注入</a:t>
                      </a:r>
                    </a:p>
                    <a:p>
                      <a:r>
                        <a:t>(欠推力模拟)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人为系紧系留绳或阻挡机体模拟极端动力不足，使高度持续低于 0.7m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进入 AUTO_TAKEOFF 达 5.0 秒时，系统自动放弃起飞，切入 AUTO_LAND 停机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超时 5.0 秒后系统仍死锁在起飞态或电机持续空转即否决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航点安全门控测试</a:t>
                      </a:r>
                    </a:p>
                    <a:p>
                      <a:r>
                        <a:t>(未悬停误触发)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在飞机处于起飞阶段或卡在地面时，人为提前拨动遥控器 RC8 开启任务开关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任务规划节点拒绝执行，屏幕上报阻塞报警，机体绝对禁止发生水平横移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飞机在未确认 AUTO_HOVER 时发生任何水平位移立即否决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06000"/>
            <a:ext cx="2700000" cy="251999"/>
          </a:xfrm>
          <a:prstGeom prst="round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4400" bIns="14400"/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[ CONCLUSION &amp; ROADMAP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"/>
            <a:ext cx="111132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技术复盘总结与工程实施推进路线图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44000"/>
            <a:ext cx="3528000" cy="2304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44000"/>
            <a:ext cx="3528000" cy="6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116000"/>
            <a:ext cx="3240000" cy="21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38BDF8"/>
                </a:solidFill>
                <a:latin typeface="Calibri"/>
              </a:defRPr>
            </a:pPr>
            <a:r>
              <a:t>物理机理彻底查清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破除静置有电假象：40A 大电流内阻压降引发推力平方暴跌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查明环境复合衰减：1500m 海拔与大棚高温致密度缩水 22%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揭示地面效应陷阱：脱离 30cm 气垫后推重比跌破 1.0g 停滞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0800" y="1044000"/>
            <a:ext cx="3528000" cy="2304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0800" y="1044000"/>
            <a:ext cx="3528000" cy="6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4800" y="1116000"/>
            <a:ext cx="3240000" cy="21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10B981"/>
                </a:solidFill>
                <a:latin typeface="Calibri"/>
              </a:defRPr>
            </a:pPr>
            <a:r>
              <a:t>算法缺陷靶向根治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根除 50.56% 硬限幅：消除控制器起飞极限油门死锁缺陷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开启精准推力模型：基于母线实测电压建立动态前馈补偿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优化垂直控高回路：引入 Kvi2=0.3 积分并放宽速度限幅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1600" y="1044000"/>
            <a:ext cx="3528000" cy="2304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1600" y="1044000"/>
            <a:ext cx="3528000" cy="64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5600" y="1116000"/>
            <a:ext cx="3240000" cy="216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650" b="1">
                <a:solidFill>
                  <a:srgbClr val="F97316"/>
                </a:solidFill>
                <a:latin typeface="Calibri"/>
              </a:defRPr>
            </a:pPr>
            <a:r>
              <a:t>安全防线全面筑牢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增设 5 秒看门狗：起飞超 5.0 秒未达标立即自动中止降落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建立任务硬闭锁：未稳定进入 AUTO_HOVER 彻底屏蔽航点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• 制定四步验收法：严格台架低压测试与故障注入杜绝带病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3438000"/>
            <a:ext cx="11113200" cy="309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" y="3510000"/>
            <a:ext cx="10825200" cy="2951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工程整改落地四步走路线图（Roadmap）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Calibri"/>
              </a:defRPr>
            </a:pPr>
            <a:r>
              <a:t>Milestone 1 (D+1)：代码合入与参数调优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修改 ctrl_param_fpv.yaml 启用 accurate_thrust_model 并标定整机参数；在 PX4CtrlFSM.cpp 中合入 5 秒超时保护与航点门控。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Calibri"/>
              </a:defRPr>
            </a:pPr>
            <a:r>
              <a:t>Milestone 2 (D+2)：系留台架阶跃与响应验证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使用 23.5V 低压旧电池进行安全绳系留起飞，验证母线电压跌落时油门能否自适应升至 60% 以上，验证超时急停动作。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Calibri"/>
              </a:defRPr>
            </a:pPr>
            <a:r>
              <a:t>Milestone 3 (D+3)：大棚实地低空与航点复测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在海拔 1500m 番茄大棚中执行旧电池与新电池对比复测，验证 1.0m 自动起飞进入 AUTO_HOVER 的确定性与稳定性。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Calibri"/>
              </a:defRPr>
            </a:pPr>
            <a:r>
              <a:t>Milestone 4 (D+4)：全自主作业常态化放飞交付</a:t>
            </a:r>
          </a:p>
          <a:p>
            <a:pPr>
              <a:spcBef>
                <a:spcPts val="1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恢复 A8 mini 云台自主多航点巡检、避障与自动返航降落全流程，形成高原密闭温室作业标准操作规范 (SOP)。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